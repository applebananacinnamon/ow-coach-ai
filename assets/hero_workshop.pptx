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A10BE-4D08-415D-94FA-EFD80F61D6DF}" v="111" dt="2026-03-15T03:46:10.9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Franco" userId="b2cb65643c67e91f" providerId="LiveId" clId="{D9E047E4-A419-4087-B8B7-67E626EFD718}"/>
    <pc:docChg chg="custSel addSld modSld">
      <pc:chgData name="Jonathan Franco" userId="b2cb65643c67e91f" providerId="LiveId" clId="{D9E047E4-A419-4087-B8B7-67E626EFD718}" dt="2026-03-15T03:46:23.822" v="177" actId="732"/>
      <pc:docMkLst>
        <pc:docMk/>
      </pc:docMkLst>
      <pc:sldChg chg="addSp modSp mod">
        <pc:chgData name="Jonathan Franco" userId="b2cb65643c67e91f" providerId="LiveId" clId="{D9E047E4-A419-4087-B8B7-67E626EFD718}" dt="2026-03-15T03:03:27.646" v="122" actId="1076"/>
        <pc:sldMkLst>
          <pc:docMk/>
          <pc:sldMk cId="396257347" sldId="258"/>
        </pc:sldMkLst>
        <pc:picChg chg="mod modCrop">
          <ac:chgData name="Jonathan Franco" userId="b2cb65643c67e91f" providerId="LiveId" clId="{D9E047E4-A419-4087-B8B7-67E626EFD718}" dt="2026-03-15T03:03:27.646" v="122" actId="1076"/>
          <ac:picMkLst>
            <pc:docMk/>
            <pc:sldMk cId="396257347" sldId="258"/>
            <ac:picMk id="7" creationId="{20E2D071-711B-641B-AFB3-B41C20238267}"/>
          </ac:picMkLst>
        </pc:picChg>
        <pc:picChg chg="mod modCrop">
          <ac:chgData name="Jonathan Franco" userId="b2cb65643c67e91f" providerId="LiveId" clId="{D9E047E4-A419-4087-B8B7-67E626EFD718}" dt="2026-03-15T02:57:50.697" v="109" actId="1076"/>
          <ac:picMkLst>
            <pc:docMk/>
            <pc:sldMk cId="396257347" sldId="258"/>
            <ac:picMk id="9" creationId="{72242A4A-F9CA-5E44-1795-C4D25125DD02}"/>
          </ac:picMkLst>
        </pc:picChg>
        <pc:picChg chg="mod">
          <ac:chgData name="Jonathan Franco" userId="b2cb65643c67e91f" providerId="LiveId" clId="{D9E047E4-A419-4087-B8B7-67E626EFD718}" dt="2026-03-15T02:51:44.200" v="106" actId="1076"/>
          <ac:picMkLst>
            <pc:docMk/>
            <pc:sldMk cId="396257347" sldId="258"/>
            <ac:picMk id="13" creationId="{4EF66F44-3A06-AF3D-823A-BE65F6AD5F9D}"/>
          </ac:picMkLst>
        </pc:picChg>
        <pc:picChg chg="mod">
          <ac:chgData name="Jonathan Franco" userId="b2cb65643c67e91f" providerId="LiveId" clId="{D9E047E4-A419-4087-B8B7-67E626EFD718}" dt="2026-03-15T03:02:49.058" v="121" actId="1076"/>
          <ac:picMkLst>
            <pc:docMk/>
            <pc:sldMk cId="396257347" sldId="258"/>
            <ac:picMk id="15" creationId="{3BDC83DD-C742-03E9-0CDF-6C75903531DA}"/>
          </ac:picMkLst>
        </pc:picChg>
        <pc:picChg chg="mod">
          <ac:chgData name="Jonathan Franco" userId="b2cb65643c67e91f" providerId="LiveId" clId="{D9E047E4-A419-4087-B8B7-67E626EFD718}" dt="2026-03-15T02:57:53.601" v="111" actId="1076"/>
          <ac:picMkLst>
            <pc:docMk/>
            <pc:sldMk cId="396257347" sldId="258"/>
            <ac:picMk id="19" creationId="{86127AA1-C92F-B93A-BCC4-01B05CC5D66A}"/>
          </ac:picMkLst>
        </pc:picChg>
        <pc:picChg chg="mod">
          <ac:chgData name="Jonathan Franco" userId="b2cb65643c67e91f" providerId="LiveId" clId="{D9E047E4-A419-4087-B8B7-67E626EFD718}" dt="2026-03-15T03:02:47.066" v="120" actId="1076"/>
          <ac:picMkLst>
            <pc:docMk/>
            <pc:sldMk cId="396257347" sldId="258"/>
            <ac:picMk id="21" creationId="{9CF4B4CA-4F18-7364-A3D5-E1A0B8D2EE8C}"/>
          </ac:picMkLst>
        </pc:picChg>
        <pc:picChg chg="add mod">
          <ac:chgData name="Jonathan Franco" userId="b2cb65643c67e91f" providerId="LiveId" clId="{D9E047E4-A419-4087-B8B7-67E626EFD718}" dt="2026-03-15T03:00:21.374" v="118" actId="1076"/>
          <ac:picMkLst>
            <pc:docMk/>
            <pc:sldMk cId="396257347" sldId="258"/>
            <ac:picMk id="27" creationId="{17476B47-4586-1825-4994-1217EC76C91D}"/>
          </ac:picMkLst>
        </pc:picChg>
      </pc:sldChg>
      <pc:sldChg chg="addSp delSp modSp new mod">
        <pc:chgData name="Jonathan Franco" userId="b2cb65643c67e91f" providerId="LiveId" clId="{D9E047E4-A419-4087-B8B7-67E626EFD718}" dt="2026-03-15T03:46:23.822" v="177" actId="732"/>
        <pc:sldMkLst>
          <pc:docMk/>
          <pc:sldMk cId="3827273865" sldId="259"/>
        </pc:sldMkLst>
        <pc:spChg chg="del">
          <ac:chgData name="Jonathan Franco" userId="b2cb65643c67e91f" providerId="LiveId" clId="{D9E047E4-A419-4087-B8B7-67E626EFD718}" dt="2026-03-15T03:08:23.615" v="124" actId="478"/>
          <ac:spMkLst>
            <pc:docMk/>
            <pc:sldMk cId="3827273865" sldId="259"/>
            <ac:spMk id="2" creationId="{3FF23AAD-CA20-7466-7A95-325037B0B1A8}"/>
          </ac:spMkLst>
        </pc:spChg>
        <pc:spChg chg="del">
          <ac:chgData name="Jonathan Franco" userId="b2cb65643c67e91f" providerId="LiveId" clId="{D9E047E4-A419-4087-B8B7-67E626EFD718}" dt="2026-03-15T03:08:23.615" v="124" actId="478"/>
          <ac:spMkLst>
            <pc:docMk/>
            <pc:sldMk cId="3827273865" sldId="259"/>
            <ac:spMk id="3" creationId="{25C64822-B6F0-3F6E-828A-83379DF72AAB}"/>
          </ac:spMkLst>
        </pc:spChg>
        <pc:picChg chg="add del mod">
          <ac:chgData name="Jonathan Franco" userId="b2cb65643c67e91f" providerId="LiveId" clId="{D9E047E4-A419-4087-B8B7-67E626EFD718}" dt="2026-03-15T03:15:53.911" v="132" actId="478"/>
          <ac:picMkLst>
            <pc:docMk/>
            <pc:sldMk cId="3827273865" sldId="259"/>
            <ac:picMk id="5" creationId="{4F87370F-D7BC-6F49-BC3F-6D6F7FB7822B}"/>
          </ac:picMkLst>
        </pc:picChg>
        <pc:picChg chg="add del mod">
          <ac:chgData name="Jonathan Franco" userId="b2cb65643c67e91f" providerId="LiveId" clId="{D9E047E4-A419-4087-B8B7-67E626EFD718}" dt="2026-03-15T03:15:53.911" v="132" actId="478"/>
          <ac:picMkLst>
            <pc:docMk/>
            <pc:sldMk cId="3827273865" sldId="259"/>
            <ac:picMk id="7" creationId="{2891287B-625E-7DDB-E0D7-112E6E411288}"/>
          </ac:picMkLst>
        </pc:picChg>
        <pc:picChg chg="add mod modCrop">
          <ac:chgData name="Jonathan Franco" userId="b2cb65643c67e91f" providerId="LiveId" clId="{D9E047E4-A419-4087-B8B7-67E626EFD718}" dt="2026-03-15T03:17:32.734" v="149" actId="1076"/>
          <ac:picMkLst>
            <pc:docMk/>
            <pc:sldMk cId="3827273865" sldId="259"/>
            <ac:picMk id="9" creationId="{D05469D8-0436-1530-291A-9D804CD5F435}"/>
          </ac:picMkLst>
        </pc:picChg>
        <pc:picChg chg="add mod">
          <ac:chgData name="Jonathan Franco" userId="b2cb65643c67e91f" providerId="LiveId" clId="{D9E047E4-A419-4087-B8B7-67E626EFD718}" dt="2026-03-15T03:46:09.574" v="174" actId="1076"/>
          <ac:picMkLst>
            <pc:docMk/>
            <pc:sldMk cId="3827273865" sldId="259"/>
            <ac:picMk id="11" creationId="{66C6D0F0-3C19-1D8F-0A5C-2EDAAA23F9C4}"/>
          </ac:picMkLst>
        </pc:picChg>
        <pc:picChg chg="add mod">
          <ac:chgData name="Jonathan Franco" userId="b2cb65643c67e91f" providerId="LiveId" clId="{D9E047E4-A419-4087-B8B7-67E626EFD718}" dt="2026-03-15T03:40:00.782" v="152" actId="1076"/>
          <ac:picMkLst>
            <pc:docMk/>
            <pc:sldMk cId="3827273865" sldId="259"/>
            <ac:picMk id="13" creationId="{108F58CF-3CE9-94E0-2ED9-881005A1D8C7}"/>
          </ac:picMkLst>
        </pc:picChg>
        <pc:picChg chg="add mod modCrop">
          <ac:chgData name="Jonathan Franco" userId="b2cb65643c67e91f" providerId="LiveId" clId="{D9E047E4-A419-4087-B8B7-67E626EFD718}" dt="2026-03-15T03:41:00.704" v="173" actId="14100"/>
          <ac:picMkLst>
            <pc:docMk/>
            <pc:sldMk cId="3827273865" sldId="259"/>
            <ac:picMk id="14" creationId="{C453FFA4-4D9C-7DB1-6B13-A59986248957}"/>
          </ac:picMkLst>
        </pc:picChg>
        <pc:picChg chg="add mod modCrop">
          <ac:chgData name="Jonathan Franco" userId="b2cb65643c67e91f" providerId="LiveId" clId="{D9E047E4-A419-4087-B8B7-67E626EFD718}" dt="2026-03-15T03:46:23.822" v="177" actId="732"/>
          <ac:picMkLst>
            <pc:docMk/>
            <pc:sldMk cId="3827273865" sldId="259"/>
            <ac:picMk id="15" creationId="{A247AFD9-4C7B-381B-3750-464DF2FCA44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4DADC-42EE-BA86-A18C-0DED85974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C291F-6D6D-BEBC-2EDB-DBF1B0F17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1DBF5-E363-CA9C-E360-83EB91CFB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0070-0EB5-4543-825D-492603E057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6B7FA-1607-A64F-DBFC-34FCB705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8C2D4-DAAD-3356-AE5C-763FFC33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0141-7E39-41A4-A3B2-BB2770AD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7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5870B-2CED-60FF-216A-E145302B2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2A9A-A911-8152-51EE-7D87C7AAA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A79D5-13F4-6C3D-146F-8EE7F72EE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0070-0EB5-4543-825D-492603E057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F272A-165E-537D-0016-DADE1978C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998A4-B599-E2B2-2F5F-A6533A18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0141-7E39-41A4-A3B2-BB2770AD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3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8BAB-2DAE-2155-67EC-FAED33D8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4764E-64CB-8854-7A3E-6A0465CB3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7A9C3-0045-0DB2-67FC-1ED628E70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0070-0EB5-4543-825D-492603E057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91770-5A22-2F12-6CDB-226E6D9B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FB42A-198C-E4AE-C13D-F64821823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0141-7E39-41A4-A3B2-BB2770AD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9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50D0-E69D-5954-1236-1758C290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A60F3-B53B-EDEB-3E78-8AA19195D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CCBBA-A542-AE38-A092-958B197F4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7B5F0-59A0-23A1-C07C-E63B5D3B7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0070-0EB5-4543-825D-492603E057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C8495-88EE-3121-EB99-8AA455D70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5CA9D-C3BA-3A0E-63E5-9ACD4408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0141-7E39-41A4-A3B2-BB2770AD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5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2DF1E-AC4D-BEA1-48B6-10E68B43E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E749E-BA92-B6D4-F46C-3E237A068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9985A-4A72-73AF-D443-8AF0D9818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CD7CC-A334-5A07-630A-378581B13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77E01-D115-4F12-AA09-5366BEA9C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79E1FD-E625-CD05-0872-614A2CB5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0070-0EB5-4543-825D-492603E057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B59097-DED8-28B2-B418-652ABDB0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EE198-73E4-1BBE-A505-4ED800EB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0141-7E39-41A4-A3B2-BB2770AD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9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CFEF-7B4B-0178-AF42-83F92338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DAF168-36D0-E9B3-C3E0-F970FC954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0070-0EB5-4543-825D-492603E057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F2708-6992-D668-A185-54A0FC4B9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55EF2-A995-21E9-78C1-969DD8C9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0141-7E39-41A4-A3B2-BB2770AD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18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A63207-C255-F638-13FA-0C8F42EAB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0070-0EB5-4543-825D-492603E057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7E0CA5-DF00-974F-5BAA-0972E120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21223-AB93-F968-5EEE-9E5A1B11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0141-7E39-41A4-A3B2-BB2770AD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2251E-4353-988E-9402-AE429D9E3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F20AA-E955-A307-C425-8250F438A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0DE60-26FC-7EE5-DC8D-ED05C9077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E2F1B-5795-480C-CC1A-EFCCFDF55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0070-0EB5-4543-825D-492603E057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F7BC8-B027-5BA8-CF09-EF299BE9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49741-C4AD-C04C-C13E-1ED7E01E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0141-7E39-41A4-A3B2-BB2770AD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88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19DC-15A8-E9F2-8F06-4203DFE56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D81F83-2982-F3AB-32E8-56DA3C9D8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7075F-E0B8-6DB1-7D11-9DAAF72C0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4A08D-877A-DBB8-87B8-17BE89DFD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0070-0EB5-4543-825D-492603E057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D0C40-581A-EE44-6BC2-93EFD2420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14A5D-AD73-5F06-9F0E-ADB47BB5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0141-7E39-41A4-A3B2-BB2770AD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1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1535-96AE-FF75-454E-D3D971E22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350215-3122-7773-5D19-074D0C711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B4031-9F26-F84F-9EB9-BC568688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0070-0EB5-4543-825D-492603E057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30F26-BAB3-E95A-8483-8F5CCFFA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2BA27-A0FC-5370-2549-F5D83C05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0141-7E39-41A4-A3B2-BB2770AD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07B7D-F5F9-A046-24B5-7378C99226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A39E4-B699-53F3-BFD8-E8066F7BD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745BC-E751-966E-ABEF-57AE2E5D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0070-0EB5-4543-825D-492603E057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18753-64FB-D92D-881A-5B16252D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E2E49-B93E-8B00-B47C-D872F94EE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D0141-7E39-41A4-A3B2-BB2770AD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44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C8BAA-548E-6AB6-C628-3D2EB41E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3AE57-9505-7892-CD55-78B5149AA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F8724-FF20-9124-0448-DDFC0140D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B0070-0EB5-4543-825D-492603E0574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64853-32B8-AD6E-A6C0-CEA972393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2EDF5-9618-714F-D0E8-C58A68E11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D0141-7E39-41A4-A3B2-BB2770ADF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7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6.wdp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image" Target="../media/image4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microsoft.com/office/2007/relationships/hdphoto" Target="../media/hdphoto5.wdp"/><Relationship Id="rId5" Type="http://schemas.microsoft.com/office/2007/relationships/hdphoto" Target="../media/hdphoto3.wdp"/><Relationship Id="rId15" Type="http://schemas.microsoft.com/office/2007/relationships/hdphoto" Target="../media/hdphoto7.wdp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microsoft.com/office/2007/relationships/hdphoto" Target="../media/hdphoto4.wdp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E382B-49DD-10B4-35C7-77159D8EB5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A3B3B-0223-5F06-7324-8725B9B41B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09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5A247E-1AA2-BF9B-21DE-549C3BC8F8A5}"/>
              </a:ext>
            </a:extLst>
          </p:cNvPr>
          <p:cNvSpPr/>
          <p:nvPr/>
        </p:nvSpPr>
        <p:spPr>
          <a:xfrm>
            <a:off x="4712494" y="2269331"/>
            <a:ext cx="1126331" cy="971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4B3C08-871A-9B2F-1F54-C1CBECADAD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78" t="9023" r="10362" b="17653"/>
          <a:stretch>
            <a:fillRect/>
          </a:stretch>
        </p:blipFill>
        <p:spPr>
          <a:xfrm>
            <a:off x="3838575" y="2059781"/>
            <a:ext cx="285750" cy="419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44764B-7F04-3F42-D58A-D84E596FB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355" b="75014" l="23794" r="82322"/>
                    </a14:imgEffect>
                  </a14:imgLayer>
                </a14:imgProps>
              </a:ext>
            </a:extLst>
          </a:blip>
          <a:srcRect l="16478" t="9023" r="10362" b="17653"/>
          <a:stretch>
            <a:fillRect/>
          </a:stretch>
        </p:blipFill>
        <p:spPr>
          <a:xfrm>
            <a:off x="5038725" y="2521744"/>
            <a:ext cx="285750" cy="4191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9D8752-DCEC-B0A5-39FD-D3B67C73AF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9628" y="2747962"/>
            <a:ext cx="4334480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1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E2D071-711B-641B-AFB3-B41C20238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13" b="98833" l="9766" r="96094">
                        <a14:foregroundMark x1="56250" y1="7393" x2="35156" y2="7393"/>
                        <a14:foregroundMark x1="28125" y1="4280" x2="51953" y2="5447"/>
                        <a14:foregroundMark x1="51953" y1="5447" x2="30469" y2="3113"/>
                        <a14:foregroundMark x1="30469" y1="3113" x2="30078" y2="3502"/>
                        <a14:foregroundMark x1="77344" y1="87160" x2="96094" y2="94163"/>
                        <a14:foregroundMark x1="96094" y1="94163" x2="79297" y2="87160"/>
                        <a14:foregroundMark x1="55469" y1="88327" x2="54297" y2="89105"/>
                        <a14:foregroundMark x1="55078" y1="88716" x2="53906" y2="90272"/>
                        <a14:foregroundMark x1="57813" y1="92218" x2="57813" y2="92218"/>
                        <a14:foregroundMark x1="61719" y1="89883" x2="61719" y2="89883"/>
                        <a14:foregroundMark x1="63672" y1="98833" x2="63672" y2="98833"/>
                        <a14:foregroundMark x1="73438" y1="98444" x2="73438" y2="98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70"/>
          <a:stretch>
            <a:fillRect/>
          </a:stretch>
        </p:blipFill>
        <p:spPr>
          <a:xfrm>
            <a:off x="6525543" y="3276629"/>
            <a:ext cx="2438740" cy="24098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242A4A-F9CA-5E44-1795-C4D25125DD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01" b="98450" l="0" r="98069">
                        <a14:foregroundMark x1="21236" y1="33721" x2="18919" y2="29457"/>
                        <a14:foregroundMark x1="18147" y1="38760" x2="18147" y2="39535"/>
                        <a14:foregroundMark x1="16602" y1="50000" x2="16602" y2="50000"/>
                        <a14:foregroundMark x1="16602" y1="30233" x2="16602" y2="30233"/>
                        <a14:foregroundMark x1="15058" y1="21318" x2="15058" y2="21318"/>
                        <a14:foregroundMark x1="24710" y1="12791" x2="24710" y2="12791"/>
                        <a14:foregroundMark x1="19305" y1="27132" x2="19305" y2="27132"/>
                        <a14:foregroundMark x1="15830" y1="24031" x2="15830" y2="24031"/>
                        <a14:foregroundMark x1="10425" y1="34496" x2="10425" y2="34496"/>
                        <a14:foregroundMark x1="8494" y1="39535" x2="8494" y2="39535"/>
                        <a14:foregroundMark x1="13127" y1="35659" x2="1544" y2="52713"/>
                        <a14:foregroundMark x1="1544" y1="52713" x2="15830" y2="38760"/>
                        <a14:foregroundMark x1="15830" y1="38760" x2="13514" y2="35271"/>
                        <a14:foregroundMark x1="18533" y1="21318" x2="16988" y2="20930"/>
                        <a14:foregroundMark x1="1544" y1="13566" x2="19691" y2="3101"/>
                        <a14:foregroundMark x1="19691" y1="3101" x2="10811" y2="9690"/>
                        <a14:foregroundMark x1="28958" y1="79457" x2="42085" y2="96124"/>
                        <a14:foregroundMark x1="42085" y1="96124" x2="60618" y2="90698"/>
                        <a14:foregroundMark x1="60618" y1="90698" x2="28185" y2="79845"/>
                        <a14:foregroundMark x1="35135" y1="94186" x2="54440" y2="98837"/>
                        <a14:foregroundMark x1="54440" y1="98837" x2="38224" y2="94574"/>
                        <a14:foregroundMark x1="28185" y1="89147" x2="29344" y2="90310"/>
                        <a14:foregroundMark x1="27027" y1="92248" x2="47490" y2="98837"/>
                        <a14:foregroundMark x1="47490" y1="98837" x2="28185" y2="92248"/>
                        <a14:foregroundMark x1="25097" y1="95349" x2="25483" y2="96899"/>
                        <a14:foregroundMark x1="5792" y1="72481" x2="25869" y2="72481"/>
                        <a14:foregroundMark x1="25869" y1="72481" x2="6564" y2="77907"/>
                        <a14:foregroundMark x1="6564" y1="77907" x2="5019" y2="73643"/>
                        <a14:foregroundMark x1="13127" y1="71318" x2="7336" y2="51938"/>
                        <a14:foregroundMark x1="7336" y1="51938" x2="11969" y2="70155"/>
                        <a14:foregroundMark x1="10039" y1="71705" x2="8108" y2="71318"/>
                        <a14:foregroundMark x1="4247" y1="79070" x2="5019" y2="77907"/>
                        <a14:foregroundMark x1="3475" y1="76744" x2="3475" y2="76744"/>
                        <a14:foregroundMark x1="46718" y1="33721" x2="46332" y2="35659"/>
                        <a14:foregroundMark x1="67954" y1="77519" x2="67181" y2="78295"/>
                        <a14:foregroundMark x1="67568" y1="77907" x2="67181" y2="79457"/>
                        <a14:foregroundMark x1="70270" y1="75581" x2="69884" y2="75969"/>
                        <a14:foregroundMark x1="72973" y1="77132" x2="74131" y2="77132"/>
                        <a14:foregroundMark x1="19691" y1="27132" x2="5405" y2="45736"/>
                        <a14:foregroundMark x1="5405" y1="45736" x2="18919" y2="23643"/>
                        <a14:foregroundMark x1="21622" y1="21705" x2="20077" y2="22481"/>
                        <a14:foregroundMark x1="6564" y1="26357" x2="3475" y2="27907"/>
                        <a14:foregroundMark x1="13127" y1="18605" x2="11969" y2="20930"/>
                        <a14:foregroundMark x1="12741" y1="8140" x2="34749" y2="11240"/>
                        <a14:foregroundMark x1="34749" y1="11240" x2="15444" y2="3488"/>
                        <a14:foregroundMark x1="15444" y1="3488" x2="13514" y2="7364"/>
                        <a14:foregroundMark x1="17761" y1="70155" x2="15830" y2="70930"/>
                        <a14:foregroundMark x1="18147" y1="71318" x2="18147" y2="69380"/>
                        <a14:foregroundMark x1="21236" y1="76357" x2="19691" y2="75194"/>
                        <a14:foregroundMark x1="11197" y1="84496" x2="10039" y2="84109"/>
                        <a14:foregroundMark x1="68340" y1="81008" x2="69112" y2="81008"/>
                        <a14:foregroundMark x1="77992" y1="77907" x2="76448" y2="76744"/>
                        <a14:foregroundMark x1="78378" y1="83333" x2="80309" y2="82558"/>
                        <a14:foregroundMark x1="79923" y1="84109" x2="80695" y2="82171"/>
                        <a14:foregroundMark x1="75290" y1="85271" x2="73359" y2="85659"/>
                        <a14:foregroundMark x1="82239" y1="80620" x2="81853" y2="81008"/>
                        <a14:foregroundMark x1="84556" y1="77519" x2="84942" y2="77907"/>
                        <a14:foregroundMark x1="69884" y1="65891" x2="72201" y2="66279"/>
                        <a14:foregroundMark x1="82625" y1="69380" x2="84556" y2="70155"/>
                        <a14:foregroundMark x1="81853" y1="72481" x2="80309" y2="73256"/>
                        <a14:foregroundMark x1="88031" y1="61240" x2="88031" y2="61628"/>
                        <a14:foregroundMark x1="89189" y1="77907" x2="90734" y2="77132"/>
                        <a14:foregroundMark x1="67568" y1="8915" x2="67954" y2="6977"/>
                        <a14:foregroundMark x1="67954" y1="7364" x2="69112" y2="8527"/>
                        <a14:foregroundMark x1="79151" y1="6589" x2="79537" y2="6977"/>
                        <a14:foregroundMark x1="74903" y1="8527" x2="77220" y2="8915"/>
                        <a14:foregroundMark x1="74903" y1="15504" x2="76448" y2="15891"/>
                        <a14:foregroundMark x1="76448" y1="19380" x2="75290" y2="20155"/>
                        <a14:foregroundMark x1="77220" y1="20155" x2="77606" y2="20155"/>
                        <a14:foregroundMark x1="75676" y1="16667" x2="75290" y2="17829"/>
                        <a14:foregroundMark x1="78764" y1="19767" x2="78378" y2="17442"/>
                        <a14:foregroundMark x1="87259" y1="29070" x2="86486" y2="29070"/>
                        <a14:foregroundMark x1="89961" y1="39922" x2="87645" y2="40698"/>
                        <a14:foregroundMark x1="91120" y1="31395" x2="88417" y2="29457"/>
                        <a14:foregroundMark x1="95367" y1="66667" x2="95367" y2="66667"/>
                        <a14:foregroundMark x1="95367" y1="72481" x2="95367" y2="72481"/>
                        <a14:foregroundMark x1="95367" y1="76744" x2="95367" y2="76744"/>
                        <a14:foregroundMark x1="93822" y1="74031" x2="93822" y2="74031"/>
                        <a14:foregroundMark x1="94208" y1="70155" x2="94208" y2="70155"/>
                        <a14:foregroundMark x1="92664" y1="80233" x2="92664" y2="80233"/>
                        <a14:foregroundMark x1="94981" y1="80620" x2="94981" y2="80620"/>
                        <a14:foregroundMark x1="94595" y1="83721" x2="94595" y2="83721"/>
                        <a14:foregroundMark x1="92664" y1="85271" x2="92664" y2="85271"/>
                        <a14:foregroundMark x1="89575" y1="86822" x2="89575" y2="86822"/>
                        <a14:foregroundMark x1="98069" y1="82171" x2="98069" y2="821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49" t="1549" r="1049" b="1549"/>
          <a:stretch>
            <a:fillRect/>
          </a:stretch>
        </p:blipFill>
        <p:spPr>
          <a:xfrm>
            <a:off x="3799361" y="3404845"/>
            <a:ext cx="2415536" cy="2381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09CFD9-A293-A9D0-14F8-5371761E39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05" y="3219421"/>
            <a:ext cx="285790" cy="4191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F66F44-3A06-AF3D-823A-BE65F6AD5F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46" y="3638578"/>
            <a:ext cx="2457793" cy="24482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DC83DD-C742-03E9-0CDF-6C75903531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163" b="98450" l="772" r="96525">
                        <a14:foregroundMark x1="25483" y1="41085" x2="52124" y2="32171"/>
                        <a14:foregroundMark x1="52124" y1="32171" x2="53282" y2="32171"/>
                        <a14:foregroundMark x1="50965" y1="47674" x2="59846" y2="53876"/>
                        <a14:foregroundMark x1="32432" y1="48837" x2="36680" y2="50388"/>
                        <a14:foregroundMark x1="45174" y1="58140" x2="55212" y2="48837"/>
                        <a14:foregroundMark x1="37838" y1="44961" x2="28958" y2="40310"/>
                        <a14:foregroundMark x1="27027" y1="46124" x2="29730" y2="61628"/>
                        <a14:foregroundMark x1="23166" y1="52326" x2="23166" y2="52326"/>
                        <a14:foregroundMark x1="23166" y1="56202" x2="23552" y2="56589"/>
                        <a14:foregroundMark x1="25869" y1="58915" x2="25869" y2="58915"/>
                        <a14:foregroundMark x1="27027" y1="59690" x2="27027" y2="59690"/>
                        <a14:foregroundMark x1="19691" y1="65891" x2="22008" y2="34496"/>
                        <a14:foregroundMark x1="22008" y1="34496" x2="27799" y2="26357"/>
                        <a14:foregroundMark x1="28571" y1="24806" x2="65637" y2="19380"/>
                        <a14:foregroundMark x1="65637" y1="19380" x2="81853" y2="57752"/>
                        <a14:foregroundMark x1="81467" y1="57364" x2="93436" y2="76744"/>
                        <a14:foregroundMark x1="93436" y1="76744" x2="71042" y2="85271"/>
                        <a14:foregroundMark x1="62934" y1="88372" x2="39382" y2="90698"/>
                        <a14:foregroundMark x1="39382" y1="90698" x2="61390" y2="88372"/>
                        <a14:foregroundMark x1="69884" y1="91860" x2="91120" y2="83333"/>
                        <a14:foregroundMark x1="91120" y1="83333" x2="96525" y2="44574"/>
                        <a14:foregroundMark x1="90734" y1="31783" x2="91120" y2="40310"/>
                        <a14:foregroundMark x1="87259" y1="29845" x2="87259" y2="29845"/>
                        <a14:foregroundMark x1="92278" y1="37597" x2="92278" y2="37597"/>
                        <a14:foregroundMark x1="95753" y1="41085" x2="95753" y2="41085"/>
                        <a14:foregroundMark x1="97683" y1="32946" x2="97683" y2="32946"/>
                        <a14:foregroundMark x1="96911" y1="78295" x2="96911" y2="78295"/>
                        <a14:foregroundMark x1="96139" y1="91473" x2="96139" y2="91473"/>
                        <a14:foregroundMark x1="94595" y1="94961" x2="94595" y2="94961"/>
                        <a14:foregroundMark x1="83784" y1="94186" x2="83784" y2="94186"/>
                        <a14:foregroundMark x1="73359" y1="94574" x2="73359" y2="94574"/>
                        <a14:foregroundMark x1="67954" y1="94574" x2="67954" y2="94574"/>
                        <a14:foregroundMark x1="60232" y1="95736" x2="60232" y2="95736"/>
                        <a14:foregroundMark x1="62162" y1="93023" x2="62162" y2="93023"/>
                        <a14:foregroundMark x1="70270" y1="93023" x2="70270" y2="93023"/>
                        <a14:foregroundMark x1="67568" y1="98450" x2="67568" y2="98450"/>
                        <a14:foregroundMark x1="8880" y1="98062" x2="8880" y2="98062"/>
                        <a14:foregroundMark x1="4633" y1="97674" x2="4633" y2="97674"/>
                        <a14:foregroundMark x1="2703" y1="97674" x2="2703" y2="97674"/>
                        <a14:foregroundMark x1="2703" y1="93023" x2="2703" y2="93023"/>
                        <a14:foregroundMark x1="5019" y1="86434" x2="5019" y2="86434"/>
                        <a14:foregroundMark x1="6950" y1="81008" x2="6950" y2="81008"/>
                        <a14:foregroundMark x1="10039" y1="75194" x2="10039" y2="75194"/>
                        <a14:foregroundMark x1="8494" y1="70930" x2="8494" y2="70930"/>
                        <a14:foregroundMark x1="8108" y1="77132" x2="8108" y2="77132"/>
                        <a14:foregroundMark x1="4633" y1="74419" x2="4633" y2="74419"/>
                        <a14:foregroundMark x1="10425" y1="72481" x2="10425" y2="72481"/>
                        <a14:foregroundMark x1="8494" y1="66279" x2="8494" y2="66279"/>
                        <a14:foregroundMark x1="13514" y1="65504" x2="13514" y2="65504"/>
                        <a14:foregroundMark x1="12355" y1="63566" x2="12355" y2="63566"/>
                        <a14:foregroundMark x1="11197" y1="59302" x2="11197" y2="59302"/>
                        <a14:foregroundMark x1="9266" y1="58527" x2="9266" y2="58527"/>
                        <a14:foregroundMark x1="96911" y1="84496" x2="96911" y2="84496"/>
                        <a14:foregroundMark x1="83398" y1="17054" x2="83398" y2="17054"/>
                        <a14:foregroundMark x1="63320" y1="8527" x2="63320" y2="8527"/>
                        <a14:foregroundMark x1="37452" y1="6202" x2="37452" y2="6202"/>
                        <a14:foregroundMark x1="49807" y1="3488" x2="49807" y2="3488"/>
                        <a14:foregroundMark x1="17375" y1="31783" x2="17375" y2="31783"/>
                        <a14:foregroundMark x1="18533" y1="33333" x2="18533" y2="33333"/>
                        <a14:foregroundMark x1="93822" y1="31008" x2="98842" y2="50000"/>
                        <a14:foregroundMark x1="98842" y1="50000" x2="97297" y2="90310"/>
                        <a14:foregroundMark x1="97297" y1="90310" x2="96525" y2="44574"/>
                        <a14:foregroundMark x1="14672" y1="77132" x2="25869" y2="93798"/>
                        <a14:foregroundMark x1="25869" y1="93798" x2="6564" y2="88760"/>
                        <a14:foregroundMark x1="6564" y1="88760" x2="13900" y2="77907"/>
                        <a14:foregroundMark x1="1158" y1="96899" x2="3089" y2="98450"/>
                        <a14:foregroundMark x1="65251" y1="2713" x2="66409" y2="1163"/>
                        <a14:foregroundMark x1="23938" y1="10465" x2="11583" y2="36047"/>
                        <a14:foregroundMark x1="79151" y1="89147" x2="78764" y2="89147"/>
                        <a14:foregroundMark x1="79151" y1="90698" x2="81853" y2="94574"/>
                        <a14:backgroundMark x1="12355" y1="15116" x2="12355" y2="15116"/>
                        <a14:backgroundMark x1="6950" y1="13566" x2="6950" y2="135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4" t="984" r="580" b="969"/>
          <a:stretch>
            <a:fillRect/>
          </a:stretch>
        </p:blipFill>
        <p:spPr>
          <a:xfrm>
            <a:off x="3699754" y="451774"/>
            <a:ext cx="2426494" cy="24098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BB19F0-EDB0-B66C-B1D3-3394EE1D75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335" b="98833" l="0" r="97308">
                        <a14:foregroundMark x1="26923" y1="76654" x2="26923" y2="76654"/>
                        <a14:foregroundMark x1="21923" y1="80156" x2="42308" y2="84436"/>
                        <a14:foregroundMark x1="42308" y1="85214" x2="65385" y2="91051"/>
                        <a14:foregroundMark x1="65385" y1="91051" x2="68462" y2="87549"/>
                        <a14:foregroundMark x1="50385" y1="85992" x2="29615" y2="73541"/>
                        <a14:foregroundMark x1="29615" y1="73541" x2="23462" y2="65759"/>
                        <a14:foregroundMark x1="65000" y1="84825" x2="63077" y2="78210"/>
                        <a14:foregroundMark x1="68077" y1="77043" x2="62692" y2="67704"/>
                        <a14:foregroundMark x1="68077" y1="73152" x2="75000" y2="84436"/>
                        <a14:foregroundMark x1="74231" y1="91051" x2="75769" y2="85992"/>
                        <a14:foregroundMark x1="75769" y1="91051" x2="81923" y2="95331"/>
                        <a14:foregroundMark x1="65385" y1="96887" x2="38077" y2="96498"/>
                        <a14:foregroundMark x1="14231" y1="98444" x2="4231" y2="96109"/>
                        <a14:foregroundMark x1="36923" y1="98444" x2="83846" y2="98833"/>
                        <a14:foregroundMark x1="38846" y1="39300" x2="79231" y2="44358"/>
                        <a14:foregroundMark x1="2308" y1="21012" x2="2308" y2="14786"/>
                        <a14:foregroundMark x1="2308" y1="10117" x2="769" y2="2724"/>
                        <a14:foregroundMark x1="2308" y1="2724" x2="64615" y2="7393"/>
                        <a14:foregroundMark x1="66538" y1="2724" x2="88077" y2="2335"/>
                        <a14:foregroundMark x1="88077" y1="2335" x2="90769" y2="2335"/>
                        <a14:foregroundMark x1="61154" y1="7782" x2="25385" y2="14008"/>
                        <a14:foregroundMark x1="25385" y1="14008" x2="12692" y2="12840"/>
                        <a14:foregroundMark x1="18077" y1="15564" x2="76154" y2="22179"/>
                        <a14:foregroundMark x1="93846" y1="23735" x2="94231" y2="25292"/>
                        <a14:foregroundMark x1="80385" y1="28405" x2="80385" y2="28405"/>
                        <a14:foregroundMark x1="88846" y1="28405" x2="88846" y2="28405"/>
                        <a14:foregroundMark x1="97308" y1="28405" x2="97308" y2="28405"/>
                        <a14:foregroundMark x1="86538" y1="40856" x2="86538" y2="40856"/>
                        <a14:foregroundMark x1="74615" y1="7393" x2="74615" y2="7393"/>
                        <a14:foregroundMark x1="71154" y1="14397" x2="71154" y2="14397"/>
                        <a14:foregroundMark x1="78077" y1="15953" x2="85385" y2="11673"/>
                        <a14:foregroundMark x1="92692" y1="2724" x2="92692" y2="2724"/>
                        <a14:foregroundMark x1="95000" y1="2724" x2="95000" y2="2724"/>
                        <a14:foregroundMark x1="19231" y1="46304" x2="19231" y2="46304"/>
                        <a14:foregroundMark x1="18077" y1="47471" x2="15769" y2="36965"/>
                        <a14:foregroundMark x1="78846" y1="45525" x2="97308" y2="39300"/>
                        <a14:foregroundMark x1="97308" y1="39300" x2="80385" y2="39300"/>
                        <a14:foregroundMark x1="16154" y1="34630" x2="14615" y2="32685"/>
                        <a14:foregroundMark x1="14231" y1="33074" x2="0" y2="24903"/>
                        <a14:foregroundMark x1="769" y1="89105" x2="385" y2="90661"/>
                        <a14:foregroundMark x1="1923" y1="90272" x2="769" y2="867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107" y="382534"/>
            <a:ext cx="2476846" cy="244826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6127AA1-C92F-B93A-BCC4-01B05CC5D66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2326" b="99225" l="1163" r="98450">
                        <a14:foregroundMark x1="33721" y1="89535" x2="48062" y2="96899"/>
                        <a14:foregroundMark x1="63953" y1="23643" x2="59302" y2="7752"/>
                        <a14:foregroundMark x1="71705" y1="14729" x2="71705" y2="14729"/>
                        <a14:foregroundMark x1="71705" y1="18992" x2="71705" y2="18992"/>
                        <a14:foregroundMark x1="70930" y1="20930" x2="70930" y2="20930"/>
                        <a14:foregroundMark x1="62403" y1="41473" x2="62403" y2="41473"/>
                        <a14:foregroundMark x1="62403" y1="41860" x2="62403" y2="41860"/>
                        <a14:foregroundMark x1="62403" y1="42248" x2="62403" y2="42248"/>
                        <a14:foregroundMark x1="65891" y1="50000" x2="65891" y2="50000"/>
                        <a14:foregroundMark x1="56589" y1="56977" x2="56589" y2="56977"/>
                        <a14:foregroundMark x1="39147" y1="52713" x2="39147" y2="52713"/>
                        <a14:foregroundMark x1="32558" y1="58140" x2="32558" y2="58140"/>
                        <a14:foregroundMark x1="54264" y1="58140" x2="54264" y2="58140"/>
                        <a14:foregroundMark x1="63566" y1="53876" x2="63566" y2="53876"/>
                        <a14:foregroundMark x1="64729" y1="59302" x2="64729" y2="59302"/>
                        <a14:foregroundMark x1="67442" y1="55814" x2="67442" y2="55814"/>
                        <a14:foregroundMark x1="61240" y1="54651" x2="59690" y2="54651"/>
                        <a14:foregroundMark x1="58915" y1="56977" x2="58915" y2="57752"/>
                        <a14:foregroundMark x1="58140" y1="68605" x2="58140" y2="68992"/>
                        <a14:foregroundMark x1="54264" y1="75194" x2="54264" y2="75194"/>
                        <a14:foregroundMark x1="59690" y1="77907" x2="60853" y2="77907"/>
                        <a14:foregroundMark x1="64341" y1="75969" x2="65891" y2="55814"/>
                        <a14:foregroundMark x1="65891" y1="55814" x2="62016" y2="75969"/>
                        <a14:foregroundMark x1="62016" y1="75969" x2="62403" y2="76357"/>
                        <a14:foregroundMark x1="57364" y1="77132" x2="46512" y2="77519"/>
                        <a14:foregroundMark x1="45349" y1="72093" x2="53488" y2="71705"/>
                        <a14:foregroundMark x1="39147" y1="63566" x2="61240" y2="45736"/>
                        <a14:foregroundMark x1="61240" y1="45736" x2="41085" y2="49612"/>
                        <a14:foregroundMark x1="41085" y1="49612" x2="39922" y2="62791"/>
                        <a14:foregroundMark x1="24806" y1="63953" x2="35271" y2="81783"/>
                        <a14:foregroundMark x1="35271" y1="81783" x2="27132" y2="63953"/>
                        <a14:foregroundMark x1="77519" y1="71705" x2="85271" y2="90310"/>
                        <a14:foregroundMark x1="85271" y1="90310" x2="76357" y2="72093"/>
                        <a14:foregroundMark x1="76357" y1="72093" x2="77132" y2="71705"/>
                        <a14:foregroundMark x1="50775" y1="34496" x2="50775" y2="34496"/>
                        <a14:foregroundMark x1="77519" y1="39922" x2="79457" y2="59690"/>
                        <a14:foregroundMark x1="79457" y1="59690" x2="82171" y2="40310"/>
                        <a14:foregroundMark x1="82171" y1="40310" x2="78682" y2="39147"/>
                        <a14:foregroundMark x1="81008" y1="28295" x2="79845" y2="29457"/>
                        <a14:foregroundMark x1="32171" y1="24031" x2="33721" y2="23643"/>
                        <a14:foregroundMark x1="33721" y1="24419" x2="33333" y2="22868"/>
                        <a14:foregroundMark x1="9302" y1="41085" x2="23256" y2="59302"/>
                        <a14:foregroundMark x1="23256" y1="59302" x2="9690" y2="43023"/>
                        <a14:foregroundMark x1="1550" y1="87209" x2="21705" y2="88372"/>
                        <a14:foregroundMark x1="21705" y1="88372" x2="4264" y2="98450"/>
                        <a14:foregroundMark x1="4264" y1="98450" x2="1163" y2="88372"/>
                        <a14:foregroundMark x1="25969" y1="84496" x2="50000" y2="98062"/>
                        <a14:foregroundMark x1="50000" y1="98062" x2="79070" y2="99225"/>
                        <a14:foregroundMark x1="79070" y1="99225" x2="62791" y2="88760"/>
                        <a14:foregroundMark x1="62791" y1="88760" x2="43023" y2="84109"/>
                        <a14:foregroundMark x1="43023" y1="84109" x2="26744" y2="85271"/>
                        <a14:foregroundMark x1="16667" y1="66667" x2="25969" y2="86822"/>
                        <a14:foregroundMark x1="25969" y1="86822" x2="5426" y2="86434"/>
                        <a14:foregroundMark x1="5426" y1="86434" x2="16667" y2="68217"/>
                        <a14:foregroundMark x1="16667" y1="68217" x2="17054" y2="67054"/>
                        <a14:foregroundMark x1="87597" y1="73256" x2="98450" y2="91085"/>
                        <a14:foregroundMark x1="98450" y1="91085" x2="91860" y2="95736"/>
                        <a14:foregroundMark x1="31395" y1="34109" x2="31395" y2="34109"/>
                        <a14:foregroundMark x1="31783" y1="31783" x2="31783" y2="31783"/>
                        <a14:foregroundMark x1="28295" y1="38760" x2="28295" y2="38760"/>
                        <a14:foregroundMark x1="25969" y1="31783" x2="25969" y2="31783"/>
                        <a14:foregroundMark x1="37209" y1="22868" x2="37209" y2="22868"/>
                        <a14:foregroundMark x1="32558" y1="21318" x2="32558" y2="21318"/>
                        <a14:foregroundMark x1="32558" y1="20155" x2="32558" y2="20155"/>
                        <a14:foregroundMark x1="33721" y1="17442" x2="33721" y2="17442"/>
                        <a14:foregroundMark x1="34884" y1="14341" x2="34884" y2="14341"/>
                        <a14:foregroundMark x1="36434" y1="12016" x2="36434" y2="12016"/>
                        <a14:foregroundMark x1="37209" y1="10078" x2="37209" y2="10078"/>
                        <a14:foregroundMark x1="39147" y1="8915" x2="39147" y2="8915"/>
                        <a14:foregroundMark x1="39922" y1="7752" x2="39922" y2="7752"/>
                        <a14:foregroundMark x1="46899" y1="7752" x2="46899" y2="7752"/>
                        <a14:foregroundMark x1="45736" y1="10465" x2="45736" y2="10465"/>
                        <a14:foregroundMark x1="43023" y1="11628" x2="43023" y2="11628"/>
                        <a14:foregroundMark x1="49225" y1="11240" x2="49225" y2="11240"/>
                        <a14:foregroundMark x1="55039" y1="12016" x2="55039" y2="12016"/>
                        <a14:foregroundMark x1="67442" y1="18992" x2="67442" y2="18992"/>
                        <a14:foregroundMark x1="67442" y1="15504" x2="67442" y2="15504"/>
                        <a14:foregroundMark x1="65891" y1="13178" x2="65891" y2="13178"/>
                        <a14:foregroundMark x1="69380" y1="10465" x2="69380" y2="10465"/>
                        <a14:foregroundMark x1="72093" y1="12016" x2="72093" y2="12016"/>
                        <a14:foregroundMark x1="77132" y1="11628" x2="77132" y2="11628"/>
                        <a14:foregroundMark x1="79457" y1="11240" x2="79457" y2="11240"/>
                        <a14:foregroundMark x1="59302" y1="3101" x2="59690" y2="4264"/>
                        <a14:foregroundMark x1="59302" y1="3101" x2="58915" y2="5426"/>
                        <a14:foregroundMark x1="58915" y1="2713" x2="77907" y2="9302"/>
                        <a14:foregroundMark x1="77907" y1="9302" x2="60078" y2="23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74" t="1951" b="1155"/>
          <a:stretch>
            <a:fillRect/>
          </a:stretch>
        </p:blipFill>
        <p:spPr>
          <a:xfrm>
            <a:off x="707896" y="415955"/>
            <a:ext cx="2426494" cy="23814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CF4B4CA-4F18-7364-A3D5-E1A0B8D2EE8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226" b="99611" l="778" r="99222">
                        <a14:foregroundMark x1="66926" y1="18677" x2="66926" y2="16732"/>
                        <a14:foregroundMark x1="60700" y1="21790" x2="54086" y2="19455"/>
                        <a14:foregroundMark x1="61868" y1="19455" x2="61868" y2="19455"/>
                        <a14:foregroundMark x1="63813" y1="15953" x2="63813" y2="15953"/>
                        <a14:foregroundMark x1="70039" y1="16732" x2="70039" y2="16732"/>
                        <a14:foregroundMark x1="59144" y1="24514" x2="57977" y2="24903"/>
                        <a14:foregroundMark x1="25681" y1="15564" x2="25681" y2="15564"/>
                        <a14:foregroundMark x1="34241" y1="13619" x2="34241" y2="13619"/>
                        <a14:foregroundMark x1="32296" y1="10895" x2="32296" y2="10895"/>
                        <a14:foregroundMark x1="31907" y1="10895" x2="31907" y2="10895"/>
                        <a14:foregroundMark x1="30350" y1="10895" x2="30350" y2="10895"/>
                        <a14:foregroundMark x1="30350" y1="10895" x2="30350" y2="10895"/>
                        <a14:foregroundMark x1="36187" y1="9728" x2="36187" y2="9728"/>
                        <a14:foregroundMark x1="36187" y1="9339" x2="36187" y2="9339"/>
                        <a14:foregroundMark x1="35019" y1="8560" x2="35019" y2="8560"/>
                        <a14:foregroundMark x1="43969" y1="6226" x2="43969" y2="6226"/>
                        <a14:foregroundMark x1="29183" y1="10895" x2="29183" y2="10895"/>
                        <a14:foregroundMark x1="26848" y1="12840" x2="26848" y2="12840"/>
                        <a14:foregroundMark x1="23735" y1="15175" x2="23735" y2="15175"/>
                        <a14:foregroundMark x1="23346" y1="19066" x2="23346" y2="19066"/>
                        <a14:foregroundMark x1="20623" y1="19844" x2="20623" y2="19844"/>
                        <a14:foregroundMark x1="70428" y1="54475" x2="70428" y2="54475"/>
                        <a14:foregroundMark x1="68872" y1="59144" x2="68872" y2="59144"/>
                        <a14:foregroundMark x1="66926" y1="68093" x2="66926" y2="68093"/>
                        <a14:foregroundMark x1="66926" y1="68093" x2="66926" y2="68093"/>
                        <a14:foregroundMark x1="66926" y1="68093" x2="66926" y2="68093"/>
                        <a14:foregroundMark x1="67315" y1="65759" x2="67315" y2="65759"/>
                        <a14:foregroundMark x1="70817" y1="63035" x2="70817" y2="63035"/>
                        <a14:foregroundMark x1="60311" y1="70817" x2="60311" y2="70817"/>
                        <a14:foregroundMark x1="56420" y1="78210" x2="56420" y2="78210"/>
                        <a14:foregroundMark x1="53696" y1="88716" x2="53696" y2="88716"/>
                        <a14:foregroundMark x1="45525" y1="87938" x2="45525" y2="87938"/>
                        <a14:foregroundMark x1="53696" y1="83658" x2="53696" y2="83658"/>
                        <a14:foregroundMark x1="37354" y1="90661" x2="37354" y2="90661"/>
                        <a14:foregroundMark x1="48638" y1="96887" x2="48638" y2="96887"/>
                        <a14:foregroundMark x1="55253" y1="97276" x2="55253" y2="97276"/>
                        <a14:foregroundMark x1="71206" y1="92218" x2="71595" y2="91829"/>
                        <a14:foregroundMark x1="82101" y1="79377" x2="82101" y2="79377"/>
                        <a14:foregroundMark x1="89494" y1="70039" x2="89494" y2="70039"/>
                        <a14:foregroundMark x1="85603" y1="84436" x2="85603" y2="84436"/>
                        <a14:foregroundMark x1="70039" y1="88716" x2="70039" y2="88716"/>
                        <a14:foregroundMark x1="71984" y1="79767" x2="71984" y2="79767"/>
                        <a14:foregroundMark x1="74319" y1="79767" x2="74319" y2="79767"/>
                        <a14:foregroundMark x1="77821" y1="85603" x2="77821" y2="85603"/>
                        <a14:foregroundMark x1="82879" y1="91051" x2="83268" y2="91051"/>
                        <a14:foregroundMark x1="87160" y1="92996" x2="87549" y2="93385"/>
                        <a14:foregroundMark x1="89105" y1="96498" x2="89105" y2="96498"/>
                        <a14:foregroundMark x1="83658" y1="97665" x2="83658" y2="97665"/>
                        <a14:foregroundMark x1="78599" y1="97276" x2="76265" y2="96887"/>
                        <a14:foregroundMark x1="71984" y1="96887" x2="71595" y2="96887"/>
                        <a14:foregroundMark x1="69650" y1="96887" x2="68093" y2="96109"/>
                        <a14:foregroundMark x1="64591" y1="91829" x2="64202" y2="91440"/>
                        <a14:foregroundMark x1="64202" y1="89494" x2="64202" y2="89105"/>
                        <a14:foregroundMark x1="77043" y1="77432" x2="77043" y2="77432"/>
                        <a14:foregroundMark x1="81323" y1="75486" x2="81712" y2="75486"/>
                        <a14:foregroundMark x1="84436" y1="73541" x2="84436" y2="73541"/>
                        <a14:foregroundMark x1="89494" y1="71984" x2="89494" y2="71984"/>
                        <a14:foregroundMark x1="90661" y1="74708" x2="90661" y2="74708"/>
                        <a14:foregroundMark x1="92607" y1="87549" x2="92996" y2="84436"/>
                        <a14:foregroundMark x1="79767" y1="99611" x2="98833" y2="95331"/>
                        <a14:foregroundMark x1="98833" y1="95331" x2="97276" y2="75486"/>
                        <a14:foregroundMark x1="97276" y1="75486" x2="94553" y2="80156"/>
                        <a14:foregroundMark x1="99222" y1="99611" x2="29961" y2="99222"/>
                        <a14:foregroundMark x1="389" y1="97276" x2="20233" y2="89105"/>
                        <a14:foregroundMark x1="20233" y1="89105" x2="2335" y2="99222"/>
                        <a14:foregroundMark x1="2335" y1="99222" x2="778" y2="98833"/>
                        <a14:foregroundMark x1="22179" y1="93774" x2="22179" y2="93774"/>
                        <a14:foregroundMark x1="7004" y1="90272" x2="7004" y2="90272"/>
                        <a14:foregroundMark x1="1946" y1="89105" x2="1946" y2="891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6"/>
          <a:stretch>
            <a:fillRect/>
          </a:stretch>
        </p:blipFill>
        <p:spPr>
          <a:xfrm>
            <a:off x="6612048" y="118861"/>
            <a:ext cx="2416028" cy="244826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7476B47-4586-1825-4994-1217EC76C91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8928" y="3624288"/>
            <a:ext cx="2476846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5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05469D8-0436-1530-291A-9D804CD5F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9" t="17547" r="3300" b="42593"/>
          <a:stretch>
            <a:fillRect/>
          </a:stretch>
        </p:blipFill>
        <p:spPr>
          <a:xfrm>
            <a:off x="6096000" y="1851025"/>
            <a:ext cx="4273550" cy="27336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C6D0F0-3C19-1D8F-0A5C-2EDAAA23F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28" y="1809872"/>
            <a:ext cx="5724525" cy="476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8F58CF-3CE9-94E0-2ED9-881005A1D8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087" y="669925"/>
            <a:ext cx="5724525" cy="4762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53FFA4-4D9C-7DB1-6B13-A59986248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8668" r="54021" b="5999"/>
          <a:stretch>
            <a:fillRect/>
          </a:stretch>
        </p:blipFill>
        <p:spPr>
          <a:xfrm>
            <a:off x="2867023" y="3902319"/>
            <a:ext cx="845168" cy="5329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247AFD9-4C7B-381B-3750-464DF2FCA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84" r="53934"/>
          <a:stretch>
            <a:fillRect/>
          </a:stretch>
        </p:blipFill>
        <p:spPr>
          <a:xfrm>
            <a:off x="2818263" y="2514722"/>
            <a:ext cx="66874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73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Franco</dc:creator>
  <cp:lastModifiedBy>Jonathan Franco</cp:lastModifiedBy>
  <cp:revision>1</cp:revision>
  <dcterms:created xsi:type="dcterms:W3CDTF">2026-03-15T00:08:06Z</dcterms:created>
  <dcterms:modified xsi:type="dcterms:W3CDTF">2026-03-15T03:46:30Z</dcterms:modified>
</cp:coreProperties>
</file>